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31b83df32246b6" /><Relationship Type="http://schemas.openxmlformats.org/officeDocument/2006/relationships/extended-properties" Target="/docProps/app.xml" Id="Rbe3ac9e176144bbf" /><Relationship Type="http://schemas.openxmlformats.org/officeDocument/2006/relationships/officeDocument" Target="/ppt/presentation.xml" Id="Rc540ad9fcd48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8d3499cca44d6"/>
  </p:sldMasterIdLst>
  <p:notesMasterIdLst>
    <p:notesMasterId xmlns:r="http://schemas.openxmlformats.org/officeDocument/2006/relationships" r:id="Rb84d40a652fa4759"/>
  </p:notesMasterIdLst>
  <p:sldIdLst>
    <p:sldId xmlns:r="http://schemas.openxmlformats.org/officeDocument/2006/relationships" id="256" r:id="R837a14c2da544413"/>
    <p:sldId xmlns:r="http://schemas.openxmlformats.org/officeDocument/2006/relationships" id="257" r:id="Rff2b91b61938459f"/>
    <p:sldId xmlns:r="http://schemas.openxmlformats.org/officeDocument/2006/relationships" id="258" r:id="R4b47da55773b4082"/>
    <p:sldId xmlns:r="http://schemas.openxmlformats.org/officeDocument/2006/relationships" id="259" r:id="Rd78d21a757cf4db5"/>
    <p:sldId xmlns:r="http://schemas.openxmlformats.org/officeDocument/2006/relationships" id="260" r:id="Rc3120694f8c34d80"/>
    <p:sldId xmlns:r="http://schemas.openxmlformats.org/officeDocument/2006/relationships" id="261" r:id="Redd591be9e3b48c1"/>
    <p:sldId xmlns:r="http://schemas.openxmlformats.org/officeDocument/2006/relationships" id="262" r:id="R2935e21eb42e4400"/>
    <p:sldId xmlns:r="http://schemas.openxmlformats.org/officeDocument/2006/relationships" id="263" r:id="Rd2aa680df32945f2"/>
    <p:sldId xmlns:r="http://schemas.openxmlformats.org/officeDocument/2006/relationships" id="264" r:id="R4d75a99947ad418e"/>
    <p:sldId xmlns:r="http://schemas.openxmlformats.org/officeDocument/2006/relationships" id="265" r:id="Rb2a2a313d8164acf"/>
    <p:sldId xmlns:r="http://schemas.openxmlformats.org/officeDocument/2006/relationships" id="266" r:id="Rff72dc9af4cd4538"/>
    <p:sldId xmlns:r="http://schemas.openxmlformats.org/officeDocument/2006/relationships" id="267" r:id="Re639712434264e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21bfd34cf44b7" /><Relationship Type="http://schemas.openxmlformats.org/officeDocument/2006/relationships/slideMaster" Target="/ppt/slideMasters/slideMaster1.xml" Id="R3ad8d3499cca44d6" /><Relationship Type="http://schemas.openxmlformats.org/officeDocument/2006/relationships/notesMaster" Target="/ppt/notesMasters/notesMaster1.xml" Id="Rb84d40a652fa4759" /><Relationship Type="http://schemas.openxmlformats.org/officeDocument/2006/relationships/presProps" Target="/ppt/presProps.xml" Id="Rfc89d3396ff242b2" /><Relationship Type="http://schemas.openxmlformats.org/officeDocument/2006/relationships/tableStyles" Target="/ppt/tableStyles.xml" Id="R378bc61aca164574" /><Relationship Type="http://schemas.openxmlformats.org/officeDocument/2006/relationships/slide" Target="/ppt/slides/slide1.xml" Id="R837a14c2da544413" /><Relationship Type="http://schemas.openxmlformats.org/officeDocument/2006/relationships/slide" Target="/ppt/slides/slide2.xml" Id="Rff2b91b61938459f" /><Relationship Type="http://schemas.openxmlformats.org/officeDocument/2006/relationships/slide" Target="/ppt/slides/slide3.xml" Id="R4b47da55773b4082" /><Relationship Type="http://schemas.openxmlformats.org/officeDocument/2006/relationships/slide" Target="/ppt/slides/slide4.xml" Id="Rd78d21a757cf4db5" /><Relationship Type="http://schemas.openxmlformats.org/officeDocument/2006/relationships/slide" Target="/ppt/slides/slide5.xml" Id="Rc3120694f8c34d80" /><Relationship Type="http://schemas.openxmlformats.org/officeDocument/2006/relationships/slide" Target="/ppt/slides/slide6.xml" Id="Redd591be9e3b48c1" /><Relationship Type="http://schemas.openxmlformats.org/officeDocument/2006/relationships/slide" Target="/ppt/slides/slide7.xml" Id="R2935e21eb42e4400" /><Relationship Type="http://schemas.openxmlformats.org/officeDocument/2006/relationships/slide" Target="/ppt/slides/slide8.xml" Id="Rd2aa680df32945f2" /><Relationship Type="http://schemas.openxmlformats.org/officeDocument/2006/relationships/slide" Target="/ppt/slides/slide9.xml" Id="R4d75a99947ad418e" /><Relationship Type="http://schemas.openxmlformats.org/officeDocument/2006/relationships/slide" Target="/ppt/slides/slide10.xml" Id="Rb2a2a313d8164acf" /><Relationship Type="http://schemas.openxmlformats.org/officeDocument/2006/relationships/slide" Target="/ppt/slides/slide11.xml" Id="Rff72dc9af4cd4538" /><Relationship Type="http://schemas.openxmlformats.org/officeDocument/2006/relationships/slide" Target="/ppt/slides/slide12.xml" Id="Re63971243426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f2033f185f42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1bef061ef4b60" /><Relationship Type="http://schemas.openxmlformats.org/officeDocument/2006/relationships/notesMaster" Target="/ppt/notesMasters/notesMaster1.xml" Id="Ra7084b13fda2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61bfaf2ba423b" /><Relationship Type="http://schemas.openxmlformats.org/officeDocument/2006/relationships/notesMaster" Target="/ppt/notesMasters/notesMaster1.xml" Id="R14b325643baf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711922de442a7" /><Relationship Type="http://schemas.openxmlformats.org/officeDocument/2006/relationships/notesMaster" Target="/ppt/notesMasters/notesMaster1.xml" Id="R606a5d742eb143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0155fdc8c849dc" /><Relationship Type="http://schemas.openxmlformats.org/officeDocument/2006/relationships/notesMaster" Target="/ppt/notesMasters/notesMaster1.xml" Id="R5a27d699fc5a42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3a43cf0df34ab2" /><Relationship Type="http://schemas.openxmlformats.org/officeDocument/2006/relationships/notesMaster" Target="/ppt/notesMasters/notesMaster1.xml" Id="Rdcc1422d418548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a877f698c4059" /><Relationship Type="http://schemas.openxmlformats.org/officeDocument/2006/relationships/notesMaster" Target="/ppt/notesMasters/notesMaster1.xml" Id="Rfa67c9dde1d64d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e6c5883190403f" /><Relationship Type="http://schemas.openxmlformats.org/officeDocument/2006/relationships/notesMaster" Target="/ppt/notesMasters/notesMaster1.xml" Id="R0986581f82ec42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5ac82f816f4800" /><Relationship Type="http://schemas.openxmlformats.org/officeDocument/2006/relationships/notesMaster" Target="/ppt/notesMasters/notesMaster1.xml" Id="R5bf303f7f17046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0b9b859f44449d" /><Relationship Type="http://schemas.openxmlformats.org/officeDocument/2006/relationships/notesMaster" Target="/ppt/notesMasters/notesMaster1.xml" Id="R9b66f6d1d52741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6a2eb6576b46ab" /><Relationship Type="http://schemas.openxmlformats.org/officeDocument/2006/relationships/notesMaster" Target="/ppt/notesMasters/notesMaster1.xml" Id="R7dd3b08b827f4f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47b64762174a85" /><Relationship Type="http://schemas.openxmlformats.org/officeDocument/2006/relationships/notesMaster" Target="/ppt/notesMasters/notesMaster1.xml" Id="R78b2230e576d46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22d184a4e249e6" /><Relationship Type="http://schemas.openxmlformats.org/officeDocument/2006/relationships/notesMaster" Target="/ppt/notesMasters/notesMaster1.xml" Id="Rd58ba0c5a9c845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af4b5a49c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ec197f2e34fb3" /><Relationship Type="http://schemas.openxmlformats.org/officeDocument/2006/relationships/slideLayout" Target="/ppt/slideLayouts/slideLayout1.xml" Id="R881eafdf8096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eafdf8096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e1dade3ae4f57" /><Relationship Type="http://schemas.openxmlformats.org/officeDocument/2006/relationships/notesSlide" Target="/ppt/notesSlides/notesSlide1.xml" Id="Rb39d2a84f032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00d90ff75471c" /><Relationship Type="http://schemas.openxmlformats.org/officeDocument/2006/relationships/notesSlide" Target="/ppt/notesSlides/notesSlide2.xml" Id="Rc450cc8a05524e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0c0db367c4c8d" /><Relationship Type="http://schemas.openxmlformats.org/officeDocument/2006/relationships/notesSlide" Target="/ppt/notesSlides/notesSlide3.xml" Id="R8e2f677303044f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05d6d74364750" /><Relationship Type="http://schemas.openxmlformats.org/officeDocument/2006/relationships/notesSlide" Target="/ppt/notesSlides/notesSlide4.xml" Id="Rc8f52219e5174f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b475b602b4b22" /><Relationship Type="http://schemas.openxmlformats.org/officeDocument/2006/relationships/notesSlide" Target="/ppt/notesSlides/notesSlide5.xml" Id="Rd81f99002ca74f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44e90cd2d4fb9" /><Relationship Type="http://schemas.openxmlformats.org/officeDocument/2006/relationships/notesSlide" Target="/ppt/notesSlides/notesSlide6.xml" Id="R4edc99a1f75445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661a737c141fc" /><Relationship Type="http://schemas.openxmlformats.org/officeDocument/2006/relationships/notesSlide" Target="/ppt/notesSlides/notesSlide7.xml" Id="R83ab5b76872e4a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ae89e076c411a" /><Relationship Type="http://schemas.openxmlformats.org/officeDocument/2006/relationships/notesSlide" Target="/ppt/notesSlides/notesSlide8.xml" Id="R4297bbedc9cc4d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b4ff1c1b44305" /><Relationship Type="http://schemas.openxmlformats.org/officeDocument/2006/relationships/notesSlide" Target="/ppt/notesSlides/notesSlide9.xml" Id="Rba413265dc4740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cb415252b4e40" /><Relationship Type="http://schemas.openxmlformats.org/officeDocument/2006/relationships/notesSlide" Target="/ppt/notesSlides/notesSlide10.xml" Id="R6525f8d60f8b4c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90357fb5b4cf4" /><Relationship Type="http://schemas.openxmlformats.org/officeDocument/2006/relationships/notesSlide" Target="/ppt/notesSlides/notesSlide11.xml" Id="R56d492a5b7b34f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21654c7c4a1e" /><Relationship Type="http://schemas.openxmlformats.org/officeDocument/2006/relationships/notesSlide" Target="/ppt/notesSlides/notesSlide12.xml" Id="R774a06a890f6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63661-18FC-43BC-9E15-6DF18557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STM32G030 自适应灯光控制系统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0CE0D-914C-4F64-A8AD-39F0102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基于光敏检测、分级亮灯、PWM 渐变调光与 LCD/串口交互的嵌入式综合设计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C028-EC03-4DF7-A43E-4C583A6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9B98E-03C2-438B-BD94-8571EDA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答辩汇报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DED58-911B-4609-8604-D0B99E8A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STM32CubeMX · Keil MDK · STM32G0 HAL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55581-5085-4DA5-9A31-4A2AE3A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2857500" cy="3714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1F53E-DF92-4F3B-8ABB-12D526CB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核心能力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2E144-5E3C-443B-932B-F20A438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AC8A9-3D7A-4E16-9799-BFFC1C2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环境光 ADC 采样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99901-A376-45E6-B921-A4E0506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773A9-B1E0-44AD-B04B-FFE46975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AUTO / MANUAL 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E6A46-3C18-4000-98CA-B28A67EC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67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2305A-368A-4629-B06B-C4F6FB75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STEP / PWM 双输出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97284-64CB-4811-ABB1-1BF889AF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242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13387-DF66-41B7-98EC-2115CA5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Flash 阈值保存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81756-1B34-4E8B-A3E6-E7D8FC25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37D9C-1852-42FF-9E7E-C2296363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90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LCD 与串口调试</a:t>
            </a:r>
          </a:p>
        </p:txBody>
      </p:sp>
    </p:spTree>
    <p:extLst>
      <p:ext uri="{BB962C8B-B14F-4D97-AF65-F5344CB8AC3E}">
        <p14:creationId xmlns:p14="http://schemas.microsoft.com/office/powerpoint/2010/main" val="1983975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9689C-6BAD-4602-A52E-B99F798D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D528A-BA4F-47E3-8F20-EE1323C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9C6D2-69D6-4E3A-875E-71DB38A7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系统要解决的是“能感知、能调节、能解释”的灯光控制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70103-C442-4003-8467-DFDD983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47A98-8D90-4F51-9F6F-6E704337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设计目标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9C62D-1748-452E-B3B7-02705A93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AB7B0-7FB1-4712-9FF9-EE0333DA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根据环境光强自动改变 LED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6715E-799F-4E54-A20E-474099A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665F6-25A7-495C-BA1E-DF8C2DB3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提供手动控制，便于调试和演示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F3C3E-CDF3-4044-BBE9-6E86625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E86C7-CEEF-4A80-816E-A33C7C2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关键参数可保存，复位后可恢复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BDDF6-44E5-4638-91A8-8483E31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91E94-80EC-4072-A330-269A8ECE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通过 LCD 和串口展示内部状态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D6282-8F8F-4015-A6E7-C137B86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191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6E3B1-58E7-43DF-A0F5-CE8EA152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64CCA-36DE-4B96-9348-614E4F58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AD38B-06B0-41D7-ACB1-4DAC5EAC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光敏电阻 + 按键/串口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33131-8B7D-47B1-A4DA-1D52074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191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9288E-789E-4A8F-A7FE-4CD22EF9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A9CEC-EC65-481E-BCC9-A480777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E5954-4953-47A9-B69D-3966DC8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05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ADC 采样 + 状态机 + 阈值/PWM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BCD39-FAB3-4631-B73A-B4504E8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191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1EEAC-C648-4090-BC24-F71EDAF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49B0C-9EE3-4C53-B3C9-4BBDE084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196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5763D-117E-4146-A4D0-7CF03F74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244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LED 分级亮灭 / PWM 渐变</a:t>
            </a:r>
          </a:p>
        </p:txBody>
      </p:sp>
    </p:spTree>
    <p:extLst>
      <p:ext uri="{BB962C8B-B14F-4D97-AF65-F5344CB8AC3E}">
        <p14:creationId xmlns:p14="http://schemas.microsoft.com/office/powerpoint/2010/main" val="538989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F84AE-F057-4312-AA35-44B976E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CC0A8-3172-4427-9260-3C182C89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F432D-55DD-4FC5-9EE9-AE53F370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硬件和软件被拆成输入、决策、输出、反馈四层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D3E7B-7922-4B81-A92E-4742C5CC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FB08A-BA6A-4E28-9E9C-E676295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E5511-C4B3-4846-A39F-7DAAF22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输入层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27A59-3D74-4EDD-A4AD-989CDFF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PA4 光敏 ADC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PA1 按键 ADC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USART1 命令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F27BC-FFB2-4EC5-BE22-175FB931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AE20D-1BFB-48E8-B57F-7C3959BE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0BB7A-E97D-47FC-9FB0-22631C6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决策层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1666D-2D77-456D-847A-B125A750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AUTO/MANUAL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STEP/PWM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阈值与 gamma 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22B38-D103-4FFA-AB5E-7F961D43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81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42808-60DE-4CCB-AC06-CAE7D4D0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ABF9A-9EF9-46AB-B0DF-25292D1B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输出层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3B7A0-1AA7-43B2-B71D-25539A2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990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PB0/PB1/PB2 LED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TIM14 软件 PWM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Flash 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AF3B6-A142-480C-B93A-136A9A09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81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3AB41-14A3-43D5-8A0F-85223C5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D91C0-192E-47D3-A46E-6808D54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反馈层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5C8A1-4087-4A7E-B597-0B76FA14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LCD 状态显示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串口日志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保存结果提示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85CB2-CA66-4179-9C30-524BC17F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分层后，每一层都能单独验证：先点亮 LED，再测串口，再测 ADC，最后整合状态机。</a:t>
            </a:r>
          </a:p>
        </p:txBody>
      </p:sp>
    </p:spTree>
    <p:extLst>
      <p:ext uri="{BB962C8B-B14F-4D97-AF65-F5344CB8AC3E}">
        <p14:creationId xmlns:p14="http://schemas.microsoft.com/office/powerpoint/2010/main" val="860128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D93A0-575A-448C-B77F-C111F0D8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DBF4F-612C-4C96-96E0-6BF9F9B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8F56B-5777-4A19-B711-2FE6AFC1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引脚资源围绕 ADC、GPIO、USART 和 TIM14 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B190D-33F5-4DD3-AC49-A0D7EE5C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61717-C959-4D52-8BF6-5A3FA9A1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115D4-FBA0-4406-9034-8137323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9B0A8-FA4A-4218-9E3E-07D45C86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A1642-9D34-4CF9-8BF2-12C9E095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28523-24C2-4DB7-9493-9D6E2393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光敏电阻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027EC-8EEA-480E-B03E-C650340B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PA4 / ADC1_IN4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0DC62-DA5E-4095-9C94-5C7B923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自动亮度判断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22BFD-904D-4148-A3CE-54AC673C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357B5-3370-453F-82E9-926CD70F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五向按键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1E4E8-F4C9-4139-AB85-314F586C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PA1 / ADC1_IN1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DC963-F94C-4519-98E2-D1710F4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保留硬件输入，当前部分按键异常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7780D-707C-487F-94EB-8A67FBC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07E7B-6AEC-4B88-8A64-1EB216D0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串口调试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12198-FE93-441C-A52F-837EDB0C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52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PA9 TX / PA10 RX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50185-5D06-408A-A70C-96B746A5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命令输入与状态输出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0AA8E-9FC4-4810-A91E-4C89A42D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3805A-4F6A-4011-88AC-B396EBB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LED 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6A4B8-ECB6-412A-843E-CDD3D709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05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PB2/PB1/PB0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DB6AF-1FB9-4B88-947A-E776E8F4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STEP 三灯分级；PWM 当前使用蓝色 LED3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80C44-4963-45C2-BFB8-521FD6CA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C54AE-9C23-4D9F-80AD-63B822C9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LCD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A69EBA-3B4D-46FC-929D-8FFBDC1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PB3/PB4/PB5/PB6/PA15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4F48C-5F72-43A7-8BF5-402BAEC1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软件 SPI 显示状态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4396D-D0DE-4637-A5F1-A8F2F307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08234-9A08-4BC9-B3BE-99F69E2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定时器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2871C-FC4F-4B5D-81ED-B7BD239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TIM14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8DF61-B179-4521-BF4D-07BF0156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50us 中断驱动软件 PWM</a:t>
            </a:r>
          </a:p>
        </p:txBody>
      </p:sp>
    </p:spTree>
    <p:extLst>
      <p:ext uri="{BB962C8B-B14F-4D97-AF65-F5344CB8AC3E}">
        <p14:creationId xmlns:p14="http://schemas.microsoft.com/office/powerpoint/2010/main" val="2089528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6541F-FFBC-4EA3-A8F3-2653B1F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D8AEB-EC5F-434C-B784-1B063695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5BCDD-0756-4A3F-BE2E-DBD9BB8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控制逻辑由两个正交模式组合成四种运行状态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0540B-A383-4EF5-9B03-972FB5D3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9D0D9-F8E9-4297-B1A1-A12363A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333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051BB-4B5B-41A4-A45A-E3066010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873AA-928C-40BD-898D-E636634C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AUTO +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10978-AC23-4C70-8E3F-0F8ED96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光照阈值 → LED 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496CC-B661-487A-B1AF-820E00CB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4333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D55C2-7EFF-4260-91B0-15B4773F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049E7-F116-4953-B3AE-B857A29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MANUAL +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3FCB2-F741-4554-B6C5-17CA137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a/d → 等级 0~3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977B3-B303-497F-B667-3C0F5858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333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1CA5F-F79F-4BB3-909D-5C2DDE0A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4CA3D-8988-4747-9D0A-BD2AFD6E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AUTO + PWM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BB306-ED06-44FF-A75A-743BA2F5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光照 → 档位 → gamma 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C007C-327C-4D59-BF67-AE272CAA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4333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FDE74-8F6F-4494-997E-B3FB8A51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38FE5-BC5E-44E9-A64C-CB707D83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MANUAL + PWM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2AABB-2DD2-488F-B797-123213A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a/d → 档位 0~20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822FE-FC47-42D1-B951-90BD5849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3DF69-33FC-4E56-99AC-D88BFC05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244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m 切换 AUTO / MANUAL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B60E0-5F9D-42B5-93B5-4F94B4B6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5780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29619-7BF7-4A27-B538-2C0784A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24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 切换 STEP / PWM</a:t>
            </a:r>
          </a:p>
        </p:txBody>
      </p:sp>
    </p:spTree>
    <p:extLst>
      <p:ext uri="{BB962C8B-B14F-4D97-AF65-F5344CB8AC3E}">
        <p14:creationId xmlns:p14="http://schemas.microsoft.com/office/powerpoint/2010/main" val="1103526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BC6E0-6E3C-4116-A9F1-3B9079A6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3DD0A-0A9C-45BE-B846-63C999A3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FFC7D-9C61-4E79-890E-3C9931B9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光照越弱，ADC 值越大，系统输出越强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A986D-CDE1-496A-853B-E1B6A4E7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06CC6-9E82-4585-8A3D-6BD396A4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当前光敏电路表现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214BD-C075-47BF-9B30-23817CB9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C785C-CF12-4178-8FF8-7C46464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193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强光时 light 值较小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62C7F-7096-48FA-A25B-7910B65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31D45-B111-477E-88B9-F80F6B4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遮光时 light 值较大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59B9A-60D8-4503-8DEB-3C365A9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0D84-751C-419B-8F92-32F3AF7E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自动模式使用三个阈值划分亮度等级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343B5-FC7F-4917-8055-B3C9DF8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81ACB-27D1-4F64-8B5F-28A98EB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阈值可用 w/s 调整，并可写入 Flash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3EF0F-2FEA-4731-B14D-568617E1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E3A31-F839-4EA2-8D89-4C2F365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0" cy="-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CA3C6-829F-41CA-9325-3CAE8A8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71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4722F-8A22-4BED-890F-207749B5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D131A-8110-4A3C-946F-FB47A6D7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C0086-9706-4825-9F14-200F54F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939B4-DF34-464E-A99C-677AA76E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43275"/>
            <a:ext cx="51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A0DB2-E189-4FAF-951E-CA7C8BA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48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51F3E-5D99-49BB-86D2-C19FB0C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514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25EB7-BF89-45A6-AE3E-89CA57D5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48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1528A-B9E4-46B1-A9F2-569563F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57475"/>
            <a:ext cx="514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1E4C0-E7D0-40FA-AD05-AC04E37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8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563DD-BAF7-48AB-A91D-0DF023DF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43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LED Level</a:t>
            </a:r>
          </a:p>
        </p:txBody>
      </p:sp>
    </p:spTree>
    <p:extLst>
      <p:ext uri="{BB962C8B-B14F-4D97-AF65-F5344CB8AC3E}">
        <p14:creationId xmlns:p14="http://schemas.microsoft.com/office/powerpoint/2010/main" val="861518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2AC02-F6E4-4583-8755-C1FECD18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27F4C-4B94-49AA-BEE7-A1D51D1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BC68C-8E3C-4945-8D6A-3D929BD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PWM 调光经历了从能亮到更顺滑的迭代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C994F-FEA1-4574-BAEC-58264C03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87F0B-9958-4E29-9D35-2EA68D41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8F7F5-9BD6-4E30-B7F8-F48E0C19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E7AA1-6F71-4741-B3F5-A807914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主循环 PWM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3260C-A66D-48F1-9DAA-3EE5CFF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易受 LCD/串口阻塞影响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1E6EA-3CBF-4090-80EF-463C6820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242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4F62F-15A1-4A4F-BCCB-DDE0F09A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CCD13-7699-40B7-A9B4-FDE8E28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3835C-752E-406A-88C9-9CF74C8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05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SysTick 1ms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887E3-00ED-493D-8C14-69F2F3E9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节奏稳定，但档位粗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ADDF9-489A-4B2C-AC44-1034DAD2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242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2A7BB-CBB9-4FF4-8A69-9FD2AD9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D4D3C-3672-4388-9E96-CD82316E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53A1A-43D6-45FD-B665-04A9218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TIM14 50us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93D71-9A3D-4A12-B4D1-7D50062C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200 步 PWM，约 100Hz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51104-CB63-4C6E-8D02-26F2A5E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8BF30-D314-4023-8BD4-6C0A91A8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A2F09-D980-43D7-A064-0CBF7F51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D1280-4ADA-4A5D-AB27-B91862ED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05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Gamma 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85C24-3C3E-4BB9-AD93-F7B9D8B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52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把人眼观感纳入校正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B44B6-DCE0-4690-ACBC-C422532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关键认识：PWM 数值线性变化，不等于人眼看到的亮度线性变化。</a:t>
            </a:r>
          </a:p>
        </p:txBody>
      </p:sp>
    </p:spTree>
    <p:extLst>
      <p:ext uri="{BB962C8B-B14F-4D97-AF65-F5344CB8AC3E}">
        <p14:creationId xmlns:p14="http://schemas.microsoft.com/office/powerpoint/2010/main" val="1287970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B7823-56B3-462C-AEC5-9E5C296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46D49-44B4-4650-97A2-0199D579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9A28C-CFA8-45AF-BC42-DC338DC7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Gamma 表让 PWM 亮度变化更自然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F82A-3C60-4CCF-8724-5CF679B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156F3-B51F-41A0-9A62-479D52F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F5061-A941-4B92-AB09-B89D9CA7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0" cy="-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526E5-79C0-4E08-BE11-350684D4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61950" cy="-15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D52BA-848F-4146-A0BC-958A9983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7784"/>
            <a:ext cx="361950" cy="-15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062AD-18D0-4616-AE7C-B5A31B2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12068"/>
            <a:ext cx="361950" cy="-31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1D344-5AE8-48EA-BF4C-594080B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80635"/>
            <a:ext cx="361950" cy="-47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BFB36-88B0-4E41-9D15-7A9E7F85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33486"/>
            <a:ext cx="361950" cy="-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72E25-B669-4ED7-B5BD-73E6999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70621"/>
            <a:ext cx="361950" cy="-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A982F-F1F0-4C3D-B2DD-BE5947E5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92040"/>
            <a:ext cx="361950" cy="-1100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C7E3C-A213-490B-9398-32743FF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82026"/>
            <a:ext cx="361950" cy="-125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96569-DF6F-41A0-AC69-711EC4F0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56296"/>
            <a:ext cx="361950" cy="-1571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D96B0-8ADF-466B-930D-D72C6DA2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99134"/>
            <a:ext cx="361950" cy="-1885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E89B1-6B2F-405D-8D6E-5F763AAF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0539"/>
            <a:ext cx="361950" cy="-2043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92F6A-E7DC-4A2A-92C6-B59BEA8D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06228"/>
            <a:ext cx="361950" cy="-235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E9469-9366-4A1A-B36B-9A30C12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70484"/>
            <a:ext cx="361950" cy="-2671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1D43E-EF63-443E-9807-F9072B58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03308"/>
            <a:ext cx="361950" cy="-282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B0546-9127-4947-816F-C050948C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20415"/>
            <a:ext cx="361950" cy="-298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8DA71-6DE8-4132-B963-EC5CADD5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1806"/>
            <a:ext cx="361950" cy="-298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13122-EA68-4D6B-8EFA-A4B06DC5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3198"/>
            <a:ext cx="361950" cy="-282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78125-9715-456D-868D-920DDB3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40305"/>
            <a:ext cx="361950" cy="-2200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6B8A9-84ED-4C14-A792-B24EC7A1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0277"/>
            <a:ext cx="361950" cy="-1414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C7F0E-2CCF-4D82-9775-CA82BE2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8831"/>
            <a:ext cx="361950" cy="-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81307-D91D-48DB-B60B-6D28DE53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档位 0~20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C18EB-5EDC-4274-9A02-8C47CA88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PWM 0~200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D5AE9-5E54-4591-8F34-ADF849E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C5076F-1C28-4242-872D-22C5E32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69BB1-218F-4DE2-9B17-A597D63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193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手动调节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C1642-68A5-4DFF-BC55-3554148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241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a/d 改变 0~20 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8B1594-D09B-490B-AECD-614B0F2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5D559-4BF2-4D1C-8CC3-DDD85170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D5B205-1666-4E91-9775-7DCD61C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自动调节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F14DB2-6FBF-4FAD-85A6-1B55F2E6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ADC 先映射档位再查表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E74BA-2A0A-4461-B20D-F352BD0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表不是固定真理，而是根据人眼感知规律给出的起始曲线，可继续按实测微调。</a:t>
            </a:r>
          </a:p>
        </p:txBody>
      </p:sp>
    </p:spTree>
    <p:extLst>
      <p:ext uri="{BB962C8B-B14F-4D97-AF65-F5344CB8AC3E}">
        <p14:creationId xmlns:p14="http://schemas.microsoft.com/office/powerpoint/2010/main" val="2111085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37C48-5655-4DFD-A9E5-3F8A2E09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45AA0-F1F4-4FC0-B99E-2073E1BB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42C43-EDA5-4745-AC45-4114F0D4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阈值保存让调试结果从“临时有效”变成“复位后仍有效”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AC9E-FB63-4D3C-BDA6-87C94483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1D706-AE13-4F62-ABC5-7AC4E88E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25CCF-7A9C-439B-A8FC-3C889C3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调整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795E-E835-42E9-8A48-899A282A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003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w/s 修改三个光照阈值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02681-9C30-4B81-AD93-319A77C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27BC5-8FD7-47C0-A6E8-8988900E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86535-4C36-47EA-8829-B6AF43EB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保存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BA5BC-5CFE-4752-8553-DD51E68F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003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p 擦写 Flash 最后一页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42437-96C0-45DB-951E-1A2EFAAF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52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33F59-AD0A-4029-9AA7-1EB8F51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89EBD-9BB5-4251-BCB6-D36E1BC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B981"/>
                </a:solidFill>
              </a:defRPr>
            </a:pPr>
            <a:r>
              <a:rPr sz="2100" b="1">
                <a:solidFill>
                  <a:srgbClr val="10B981"/>
                </a:solidFill>
              </a:rPr>
              <a:t>自检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DDD2E-9334-4DEA-8DA0-7498472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003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写入后立即读回校验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46BF0-57F9-4699-AC39-4B18DA9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A564F-D919-4E29-A924-1600453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76CC7-267E-4FAA-B331-FEE91BD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提示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F6968-F424-4B25-AAB9-A4E2E48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003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LCD 显示 Config SAVED 或 Save FAILED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9EFD2-A822-4568-AFA6-CA2210C8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使用约束：Flash 有擦写寿命，因此只在阈值确认后手动保存，不随每次调节自动写入。</a:t>
            </a:r>
          </a:p>
        </p:txBody>
      </p:sp>
    </p:spTree>
    <p:extLst>
      <p:ext uri="{BB962C8B-B14F-4D97-AF65-F5344CB8AC3E}">
        <p14:creationId xmlns:p14="http://schemas.microsoft.com/office/powerpoint/2010/main" val="980300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01803-BA9B-434F-92A4-832954C2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1D332-B7F7-4DE3-8BD4-832D1EF8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1F385-76E1-4EDF-A45E-2329D70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串口和 LCD 让调试过程可观察、可复现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D7E6B-EBF4-41B5-BF38-2E95BE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89A4F-1EF8-43D8-AABA-E90CA5F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6DAC-40E4-449B-9437-E1ED4FD7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BE354-3C31-46FB-BF07-D91432E0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0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AUTO/MANUAL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C0A24-6CB9-47BE-BCD5-0A6C62D7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9274C-EFAB-474C-9D9C-947ABCF8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3A45F-9881-444B-8745-E472E8E8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0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STEP/PWM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E3120-31CD-4035-965D-F6730380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DA86D-8EEB-40F0-B689-0CF6C4FF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a/d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2462C-04BC-47CC-90FC-805F058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手动亮度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94D94-4EDA-476D-9048-CB4803A9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CD8F6-6A95-497B-AD4B-CBD4913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w/s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9517E-FFBA-42EE-AC75-0247995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自动阈值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C345B-C0BC-49B3-B316-F3CDCD15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0B8F1-F433-469A-A160-168E67CA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480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7A672-856C-45ED-A72A-7F63D0A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95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7484A-D559-4096-AB65-9018EC68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61A09-46EE-4521-982B-2BC9BD3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0CF21-04E6-40B2-96FE-4D57B280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默认值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D9BC5-CB4C-432A-88B2-0E04637A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952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8B3DE-EDB1-4A27-B8D6-A9E57857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mode=AUTO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output=PWM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light=2380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level=2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pwm=98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pwm_level=13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2B28A-205D-409A-B3A0-5D8DD78D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串口输出不只看结果，也暴露内部状态，便于定位 ADC、模式切换和 PWM 映射问题。</a:t>
            </a:r>
          </a:p>
        </p:txBody>
      </p:sp>
    </p:spTree>
    <p:extLst>
      <p:ext uri="{BB962C8B-B14F-4D97-AF65-F5344CB8AC3E}">
        <p14:creationId xmlns:p14="http://schemas.microsoft.com/office/powerpoint/2010/main" val="2738310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A8AE0-CC1C-4A92-AEA9-04269C1A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STM32G030 自适应灯光控制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06AD-CB3A-4380-A568-C1A427A0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63EAC-96D5-4C80-B636-DAB4AFC7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调试中的问题推动了设计不断收敛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970CF-2BA9-4AA3-A9ED-59B05E8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1263B-0DA9-4251-8ED8-D1AD09D1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现象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432C3-7710-4B5C-859C-8E0DD53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原因判断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DAA7E-A153-40DA-B149-054E90D6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3E2B-0484-4B4E-8EA7-9E32B58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33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6A601-7B92-497B-B2BA-BD30DA9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烧录无现象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808F-288A-42D0-AB22-EF1DF2B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未复位或 Flash 算法配置问题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E8AA4-0F94-40E8-A39C-E0C84AE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修正 Keil Pack 与下载流程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E6A95-471F-48C8-A2BE-7109A4C8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33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951EC-7B40-4EBC-B32E-9667CEC4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按键部分无值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64001-A703-45D5-9872-594D2965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硬件通道异常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8292D-027E-4929-8C05-440F7DB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保留 ADC 读取，串口模拟继续推进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60CA9-770D-416C-AE00-D6A2EE7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33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1653D-74B5-4ADD-AB8F-39F49C0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PWM 不够平滑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F7AB5-F01C-4552-A210-8E651E7A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528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主循环阻塞、档位粗、人眼非线性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47473-D1FA-4429-9D82-07CCA963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TIM14 中断 + 200 步 + gamma 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32B21-B1FF-49B9-86F5-97ECFC1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33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B1CA1-FDCE-4DEE-A4A3-1F1F364A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连续 a/d 像卡住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56E65-DE12-411D-AFCC-B112A98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串口缓冲堆积旧命令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CDD0E-68F9-41D7-8B76-E3C310EF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读取时清空更多字节，只取最后命令</a:t>
            </a:r>
          </a:p>
        </p:txBody>
      </p:sp>
    </p:spTree>
    <p:extLst>
      <p:ext uri="{BB962C8B-B14F-4D97-AF65-F5344CB8AC3E}">
        <p14:creationId xmlns:p14="http://schemas.microsoft.com/office/powerpoint/2010/main" val="448062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1DCA3-943F-4B7A-BEEC-E7E7DE7C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1D158-E3EF-4803-A83D-0D3F63A3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2718B-C778-437D-AF2F-36B84449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项目完成了从外设验证到综合控制的闭环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106B1-9CD2-45D1-AEE4-03AC5F44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17224-5824-46D3-965A-6031ED80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9765E-959B-4E8F-A930-E03C84FC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88067-5E3D-4A75-9D40-82F1A78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B96F6-CCC3-420E-80F8-A50DB5BC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419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采样、四模式、LCD/串口、保存、PWM校正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1A4C2-5F1F-436B-AD32-ADD77C94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B0687-C7C7-4097-B777-F631063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8B468-2759-473C-8FE2-425FBF8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可演示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A2CDF-8C45-4F98-99B3-B925BC2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4419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STEP自动/手动，PWM自动/手动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B50BF-3FFE-4249-AF8E-D3B330EA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后续优化方向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E84D0-AEEF-4E34-9958-F18D6E3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39D35-35CA-4A0C-93BC-4409D93F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907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迁移到硬件 PWM 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10B54-47D0-4281-95CA-A7C2C67D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D67DB-5946-4870-80D5-A424CDF8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修复或替换异常按键硬件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27188-0C16-448F-91EE-D32DD91E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06B2D-D539-4307-AD32-930A3671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575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外接 LED 驱动提升调光效果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40CAF-B3BB-4B5C-910C-AE65F09F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BD76B-7263-496B-8EAA-BB766E8A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909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将参数保存扩展为完整配置结构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C2F9B-27C3-441F-BBF4-F2385AFC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核心收获：用可观察的调试链路逐步排查、验证和改进。</a:t>
            </a:r>
          </a:p>
        </p:txBody>
      </p:sp>
    </p:spTree>
    <p:extLst>
      <p:ext uri="{BB962C8B-B14F-4D97-AF65-F5344CB8AC3E}">
        <p14:creationId xmlns:p14="http://schemas.microsoft.com/office/powerpoint/2010/main" val="1372211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2026-07-13T03:55:33.7710000Z</dcterms:created>
  <dcterms:modified xsi:type="dcterms:W3CDTF">2026-07-13T03:55:33.7710000Z</dcterms:modified>
</coreProperties>
</file>